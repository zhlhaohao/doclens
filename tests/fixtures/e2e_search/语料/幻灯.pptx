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填充页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1 页普通内容，无关键词。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填充页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2 页普通内容，无关键词。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填充页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3 页普通内容，无关键词。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填充页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4 页普通内容，无关键词。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麒麟项目启动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第五页含 kirin 关键词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填充页 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6 页普通内容，无关键词。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填充页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7 页普通内容，无关键词。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填充页 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8 页普通内容，无关键词。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进展汇报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Kirin 模块完成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填充页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10 页普通内容，无关键词。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KIRIN phase two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填充页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12 页普通内容，无关键词。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