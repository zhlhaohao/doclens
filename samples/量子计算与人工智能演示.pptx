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量子计算与人工智能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2025-2026 科技发展报告</a:t>
            </a:r>
          </a:p>
          <a:p>
            <a:r>
              <a:t>重大突破、产业趋势与全球经济影响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量子计算最新进展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Google Quantum AI: 13,000倍加速超越经典超算</a:t>
            </a:r>
          </a:p>
          <a:p>
            <a:pPr>
              <a:defRPr sz="1800"/>
            </a:pPr>
            <a:r>
              <a:t>采用最新量子纠错架构，成果发表于 Nature</a:t>
            </a:r>
          </a:p>
          <a:p>
            <a:pPr>
              <a:defRPr sz="1800"/>
            </a:pPr>
            <a:r>
              <a:t>中国三阶段发展：原理验证→专用模拟机→通用量子计算机</a:t>
            </a:r>
          </a:p>
          <a:p>
            <a:pPr>
              <a:defRPr sz="1800"/>
            </a:pPr>
            <a:r>
              <a:t>标志性成果：中性原子量子计算、一体化芯片系统</a:t>
            </a:r>
          </a:p>
          <a:p>
            <a:pPr>
              <a:defRPr sz="1800"/>
            </a:pPr>
            <a:r>
              <a:t>Quantinuum Helios: 离子阱+量子ML算法库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中国量子科技路线图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第一阶段（已完成）：量子计算原理验证</a:t>
            </a:r>
          </a:p>
          <a:p>
            <a:pPr>
              <a:defRPr sz="1800"/>
            </a:pPr>
            <a:r>
              <a:t>第二阶段（2025进入）：专用量子模拟机</a:t>
            </a:r>
          </a:p>
          <a:p>
            <a:pPr>
              <a:defRPr sz="1800"/>
            </a:pPr>
            <a:r>
              <a:t>  - 解决量子化学、高温超导等重大问题</a:t>
            </a:r>
          </a:p>
          <a:p>
            <a:pPr>
              <a:defRPr sz="1800"/>
            </a:pPr>
            <a:r>
              <a:t>  - 日均AI词元调用量超140万亿</a:t>
            </a:r>
          </a:p>
          <a:p>
            <a:pPr>
              <a:defRPr sz="1800"/>
            </a:pPr>
            <a:r>
              <a:t>第三阶段（目标）：通用量子计算机</a:t>
            </a:r>
          </a:p>
          <a:p>
            <a:pPr>
              <a:defRPr sz="1800"/>
            </a:pPr>
            <a:r>
              <a:t>潘建伟院士：2025年顺利进入第二阶段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人工智能前沿突破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AI与量子融合：算力与能耗逼近人类极限</a:t>
            </a:r>
          </a:p>
          <a:p>
            <a:pPr>
              <a:defRPr sz="1800"/>
            </a:pPr>
            <a:r>
              <a:t>Google+Oratomic: AI辅助量子可能提前破解加密</a:t>
            </a:r>
          </a:p>
          <a:p>
            <a:pPr>
              <a:defRPr sz="1800"/>
            </a:pPr>
            <a:r>
              <a:t>可解释AI：神经网络量子态+张量网络+生成模型</a:t>
            </a:r>
          </a:p>
          <a:p>
            <a:pPr>
              <a:defRPr sz="1800"/>
            </a:pPr>
            <a:r>
              <a:t>脑机接口：首次让患者有感情地说话唱歌</a:t>
            </a:r>
          </a:p>
          <a:p>
            <a:pPr>
              <a:defRPr sz="1800"/>
            </a:pPr>
            <a:r>
              <a:t>中国研发经费投入强度达2.8%，超OECD平均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AI词元调用量爆发式增长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2024年初: 日均1000亿词元</a:t>
            </a:r>
          </a:p>
          <a:p>
            <a:pPr>
              <a:defRPr sz="1800"/>
            </a:pPr>
            <a:r>
              <a:t>2025年底: 日均约10万亿词元</a:t>
            </a:r>
          </a:p>
          <a:p>
            <a:pPr>
              <a:defRPr sz="1800"/>
            </a:pPr>
            <a:r>
              <a:t>2026年3月: 日均140万亿词元（增长1000倍）</a:t>
            </a:r>
          </a:p>
          <a:p>
            <a:pPr>
              <a:defRPr sz="1800"/>
            </a:pPr>
            <a:r>
              <a:t>英伟达市值突破5万亿美元（2025年10月）</a:t>
            </a:r>
          </a:p>
          <a:p>
            <a:pPr>
              <a:defRPr sz="1800"/>
            </a:pPr>
            <a:r>
              <a:t>GPU芯片是AI训练的核心硬件</a:t>
            </a:r>
          </a:p>
          <a:p>
            <a:pPr>
              <a:defRPr sz="1800"/>
            </a:pPr>
            <a:r>
              <a:t>AI产业呈指数级增长态势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量子技术投资与商业化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2025年量子技术投资创历史新高</a:t>
            </a:r>
          </a:p>
          <a:p>
            <a:pPr>
              <a:defRPr sz="1800"/>
            </a:pPr>
            <a:r>
              <a:t>量子计算硬件: 约45%（52亿美元）</a:t>
            </a:r>
          </a:p>
          <a:p>
            <a:pPr>
              <a:defRPr sz="1800"/>
            </a:pPr>
            <a:r>
              <a:t>量子通信与加密: 约25%（28亿美元）</a:t>
            </a:r>
          </a:p>
          <a:p>
            <a:pPr>
              <a:defRPr sz="1800"/>
            </a:pPr>
            <a:r>
              <a:t>量子传感: 约15%（16亿美元）</a:t>
            </a:r>
          </a:p>
          <a:p>
            <a:pPr>
              <a:defRPr sz="1800"/>
            </a:pPr>
            <a:r>
              <a:t>量子软件与算法: 约15%（18亿美元）</a:t>
            </a:r>
          </a:p>
          <a:p>
            <a:pPr>
              <a:defRPr sz="1800"/>
            </a:pPr>
            <a:r>
              <a:t>商业化场景: 药物设计、金融建模、供应链优化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2026年全球经济形势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WTO: 全球货物贸易增长下调至0.5%</a:t>
            </a:r>
          </a:p>
          <a:p>
            <a:pPr>
              <a:defRPr sz="1800"/>
            </a:pPr>
            <a:r>
              <a:t>IMF/OECD: 全球GDP增长2.7%-3.1%</a:t>
            </a:r>
          </a:p>
          <a:p>
            <a:pPr>
              <a:defRPr sz="1800"/>
            </a:pPr>
            <a:r>
              <a:t>四重变局: 地缘冲突、贸易保护、科技分化、社会分化</a:t>
            </a:r>
          </a:p>
          <a:p>
            <a:pPr>
              <a:defRPr sz="1800"/>
            </a:pPr>
            <a:r>
              <a:t>中国研发投入强度2.8%首超OECD平均水平</a:t>
            </a:r>
          </a:p>
          <a:p>
            <a:pPr>
              <a:defRPr sz="1800"/>
            </a:pPr>
            <a:r>
              <a:t>AI正在深刻改变全球经济面貌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全球经济关键数据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美国: GDP约31.5万亿, 增长2.5%, AI产业1850亿美元</a:t>
            </a:r>
          </a:p>
          <a:p>
            <a:pPr>
              <a:defRPr sz="1800"/>
            </a:pPr>
            <a:r>
              <a:t>中国: GDP约20.8万亿, 增长4.6%, AI产业1200亿美元</a:t>
            </a:r>
          </a:p>
          <a:p>
            <a:pPr>
              <a:defRPr sz="1800"/>
            </a:pPr>
            <a:r>
              <a:t>日本: GDP约4.45万亿, 增长1.2%, 研发强度3.3%</a:t>
            </a:r>
          </a:p>
          <a:p>
            <a:pPr>
              <a:defRPr sz="1800"/>
            </a:pPr>
            <a:r>
              <a:t>韩国: GDP约1.92万亿, 研发强度4.9%全球最高</a:t>
            </a:r>
          </a:p>
          <a:p>
            <a:pPr>
              <a:defRPr sz="1800"/>
            </a:pPr>
            <a:r>
              <a:t>印度: GDP约4.85万亿, 增长6.5%增速最快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量子计算与AI呈现深度融合趋势</a:t>
            </a:r>
          </a:p>
          <a:p>
            <a:pPr>
              <a:defRPr sz="1800"/>
            </a:pPr>
            <a:r>
              <a:t>量子优越性从理论走向实践（13000倍加速）</a:t>
            </a:r>
          </a:p>
          <a:p>
            <a:pPr>
              <a:defRPr sz="1800"/>
            </a:pPr>
            <a:r>
              <a:t>中国量子科技稳步推进三阶段战略</a:t>
            </a:r>
          </a:p>
          <a:p>
            <a:pPr>
              <a:defRPr sz="1800"/>
            </a:pPr>
            <a:r>
              <a:t>全球经济增长放缓但科技投资创纪录</a:t>
            </a:r>
          </a:p>
          <a:p>
            <a:pPr>
              <a:defRPr sz="1800"/>
            </a:pPr>
            <a:r>
              <a:t>量子计算将在未来十年深刻改变人类社会</a:t>
            </a:r>
          </a:p>
          <a:p>
            <a:pPr>
              <a:defRPr sz="1800"/>
            </a:pPr>
            <a:r>
              <a:t>投资者应关注: AI、量子、新能源、网络安全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